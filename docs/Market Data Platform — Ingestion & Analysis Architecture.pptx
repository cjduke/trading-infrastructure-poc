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9656" y="400050"/>
            <a:ext cx="7144" cy="434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8225" y="400050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8B949E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719617" y="251817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B949E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658225" y="4636294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8B949E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34536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1516819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61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ARCHITECTURE DECK ·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856147"/>
            <a:ext cx="8636000" cy="67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spc="-173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 Data Platform</a:t>
            </a:r>
            <a:endParaRPr lang="en-US" sz="4950" dirty="0"/>
          </a:p>
        </p:txBody>
      </p:sp>
      <p:sp>
        <p:nvSpPr>
          <p:cNvPr id="12" name="Text 9"/>
          <p:cNvSpPr/>
          <p:nvPr/>
        </p:nvSpPr>
        <p:spPr>
          <a:xfrm>
            <a:off x="457200" y="2599097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spc="-24" kern="0" dirty="0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Ingestion &amp; Analysis Engine — Hexagonal Architecture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457200" y="3066231"/>
            <a:ext cx="5143500" cy="41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1"/>
              </a:lnSpc>
              <a:buNone/>
            </a:pPr>
            <a:r>
              <a:rPr lang="en-US" sz="928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cohesive system: Binance market data flows in, technical indicators flow out. Both engines share the same QuestDB bars table — analysis literally sits on top of ingestion.</a:t>
            </a:r>
            <a:endParaRPr lang="en-US" sz="928" dirty="0"/>
          </a:p>
        </p:txBody>
      </p:sp>
      <p:sp>
        <p:nvSpPr>
          <p:cNvPr id="14" name="Text 11"/>
          <p:cNvSpPr/>
          <p:nvPr/>
        </p:nvSpPr>
        <p:spPr>
          <a:xfrm>
            <a:off x="457200" y="3616282"/>
            <a:ext cx="428625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31940" y="3626569"/>
            <a:ext cx="479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Java 17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57263" y="3616282"/>
            <a:ext cx="514350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10125" y="3626569"/>
            <a:ext cx="608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Hexagonal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543050" y="3616282"/>
            <a:ext cx="900113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543050" y="3626569"/>
            <a:ext cx="90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 + Postgres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049"/>
            <a:ext cx="1072076" cy="224028"/>
          </a:xfrm>
          <a:prstGeom prst="roundRect">
            <a:avLst>
              <a:gd name="adj" fmla="val 4247449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0263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SYSTEM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1513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Layers, One Hexagon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11510"/>
            <a:ext cx="5857875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analysis engine reads bars from the same QuestDB that ingestion writes to. Both cores stay pure — all I/O lives in adapters behind ports.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57200" y="1479426"/>
            <a:ext cx="5266841" cy="1228725"/>
          </a:xfrm>
          <a:prstGeom prst="roundRect">
            <a:avLst>
              <a:gd name="adj" fmla="val 77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482998"/>
            <a:ext cx="5266841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20469" y="1479426"/>
            <a:ext cx="0" cy="1228725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04579"/>
            <a:ext cx="5266841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916" y="1479426"/>
            <a:ext cx="0" cy="1228725"/>
          </a:xfrm>
          <a:prstGeom prst="line">
            <a:avLst/>
          </a:prstGeom>
          <a:noFill/>
          <a:ln w="21431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931" y="1572295"/>
            <a:ext cx="41761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ENGINE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83410" y="1572295"/>
            <a:ext cx="8191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12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DTO: IndicatorReading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560499" y="1744673"/>
            <a:ext cx="1074420" cy="216027"/>
          </a:xfrm>
          <a:prstGeom prst="roundRect">
            <a:avLst>
              <a:gd name="adj" fmla="val 22046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83359" y="1756246"/>
            <a:ext cx="10287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AnalysisService 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54511" y="197770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62" kern="0" dirty="0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18990" y="2074143"/>
            <a:ext cx="928688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18990" y="2084859"/>
            <a:ext cx="92868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BarReader ] port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2687" y="2088431"/>
            <a:ext cx="1350169" cy="171450"/>
          </a:xfrm>
          <a:prstGeom prst="roundRect">
            <a:avLst>
              <a:gd name="adj" fmla="val 27778"/>
            </a:avLst>
          </a:prstGeom>
          <a:solidFill>
            <a:srgbClr val="161B22"/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19115" y="2084859"/>
            <a:ext cx="2683483" cy="22860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IndicatorRepository ] port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28255" y="2292028"/>
            <a:ext cx="67479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IMPLEMENTS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833265" y="2411685"/>
            <a:ext cx="1014413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33265" y="2422401"/>
            <a:ext cx="10144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QuestDBBarReader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2687" y="2425973"/>
            <a:ext cx="1435894" cy="171450"/>
          </a:xfrm>
          <a:prstGeom prst="roundRect">
            <a:avLst>
              <a:gd name="adj" fmla="val 27778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19115" y="2422401"/>
            <a:ext cx="2683483" cy="1785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QuestDBIndicatorRepository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765301"/>
            <a:ext cx="5266841" cy="228600"/>
          </a:xfrm>
          <a:prstGeom prst="roundRect">
            <a:avLst>
              <a:gd name="adj" fmla="val 8333"/>
            </a:avLst>
          </a:prstGeom>
          <a:solidFill>
            <a:srgbClr val="58A6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2768873"/>
            <a:ext cx="5266841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" y="2990329"/>
            <a:ext cx="5266841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57200" y="2765301"/>
            <a:ext cx="5266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shared store ── QuestDB (bars) · Postgres (run logs) ──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051051"/>
            <a:ext cx="5266841" cy="1228725"/>
          </a:xfrm>
          <a:prstGeom prst="roundRect">
            <a:avLst>
              <a:gd name="adj" fmla="val 77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7200" y="3054623"/>
            <a:ext cx="5266841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20469" y="3051051"/>
            <a:ext cx="0" cy="1228725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76204"/>
            <a:ext cx="5266841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916" y="3051051"/>
            <a:ext cx="0" cy="1228725"/>
          </a:xfrm>
          <a:prstGeom prst="line">
            <a:avLst/>
          </a:prstGeom>
          <a:noFill/>
          <a:ln w="21431">
            <a:solidFill>
              <a:srgbClr val="BC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931" y="3143920"/>
            <a:ext cx="35732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ENGINE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80433" y="3143920"/>
            <a:ext cx="1535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12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DTOs: RawBar → Bar · IngestionConfig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539067" y="3316298"/>
            <a:ext cx="1117283" cy="216027"/>
          </a:xfrm>
          <a:prstGeom prst="roundRect">
            <a:avLst>
              <a:gd name="adj" fmla="val 22046"/>
            </a:avLst>
          </a:prstGeom>
          <a:solidFill>
            <a:srgbClr val="BC8CFF">
              <a:alpha val="14000"/>
            </a:srgbClr>
          </a:solidFill>
          <a:ln w="7144">
            <a:solidFill>
              <a:srgbClr val="BC8C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561927" y="3327871"/>
            <a:ext cx="1071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IngestionService 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054511" y="354932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62" kern="0" dirty="0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336774" y="3660056"/>
            <a:ext cx="1307306" cy="171450"/>
          </a:xfrm>
          <a:prstGeom prst="roundRect">
            <a:avLst>
              <a:gd name="adj" fmla="val 27778"/>
            </a:avLst>
          </a:prstGeom>
          <a:solidFill>
            <a:srgbClr val="161B22"/>
          </a:solidFill>
          <a:ln w="7144">
            <a:solidFill>
              <a:srgbClr val="BC8C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33202" y="3656484"/>
            <a:ext cx="1350169" cy="22860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75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MarketDataProvider ] port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2719090" y="3645768"/>
            <a:ext cx="1100138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BC8C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719090" y="3656484"/>
            <a:ext cx="11001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BarRepository ] port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90665" y="3645768"/>
            <a:ext cx="971550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BC8C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890665" y="3656484"/>
            <a:ext cx="97155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RunTracker ] port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28255" y="3863653"/>
            <a:ext cx="67479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IMPLEMENTS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333202" y="3983310"/>
            <a:ext cx="1100138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333202" y="3994026"/>
            <a:ext cx="11001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BinanceBarProvider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04777" y="3983310"/>
            <a:ext cx="1185863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504777" y="3994026"/>
            <a:ext cx="11858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QuestDBBarRepository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62077" y="3983310"/>
            <a:ext cx="1100138" cy="200025"/>
          </a:xfrm>
          <a:prstGeom prst="roundRect">
            <a:avLst>
              <a:gd name="adj" fmla="val 2381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762077" y="3994026"/>
            <a:ext cx="11001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PostgresRunTracker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99063" y="1482998"/>
            <a:ext cx="2955503" cy="3256880"/>
          </a:xfrm>
          <a:prstGeom prst="roundRect">
            <a:avLst>
              <a:gd name="adj" fmla="val 3223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059798" y="1629445"/>
            <a:ext cx="2634035" cy="33175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Hexagonal principles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6059798" y="205092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55234" y="2050926"/>
            <a:ext cx="2538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(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IngestionService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AnalysisService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is isolated from I/O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59798" y="2440260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55234" y="2440260"/>
            <a:ext cx="2538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dependencies point inward — ports → core, never the reverse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59798" y="282959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55234" y="2829595"/>
            <a:ext cx="2538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Adapters are pluggable — swap Binance for Coinbase without touching core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59798" y="321892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55234" y="3218929"/>
            <a:ext cx="2538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QuestDB serves double duty: written by ingestion, read by analysis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059798" y="4332684"/>
            <a:ext cx="2634035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036938" y="4426839"/>
            <a:ext cx="1245870" cy="176022"/>
          </a:xfrm>
          <a:prstGeom prst="roundRect">
            <a:avLst>
              <a:gd name="adj" fmla="val 32468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059798" y="4436269"/>
            <a:ext cx="12001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→ core → adapters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273749"/>
            <a:ext cx="1072076" cy="224028"/>
          </a:xfrm>
          <a:prstGeom prst="roundRect">
            <a:avLst>
              <a:gd name="adj" fmla="val 4247449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85750"/>
            <a:ext cx="10263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INGESTION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57213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Ingestion Layer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897210"/>
            <a:ext cx="64293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bars from Binance → normalize RawBar to Bar → persist to QuestDB, log the run to Postgres.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60772" y="1156171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8644" y="1420490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8644" y="1245468"/>
            <a:ext cx="3821906" cy="208312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· INTERFACES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2216" y="1484784"/>
            <a:ext cx="3814763" cy="409426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1513" y="1545506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MarketDataProvider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1513" y="1706240"/>
            <a:ext cx="3636169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getBars(symbol, timeframe, startTime, endTime) : List&lt;RawBar&gt;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2216" y="1944216"/>
            <a:ext cx="3814763" cy="409426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513" y="2004938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BarRepository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1513" y="2165672"/>
            <a:ext cx="3636169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saveBars(List&lt;Bar&gt;)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2216" y="2403649"/>
            <a:ext cx="3814763" cy="706785"/>
          </a:xfrm>
          <a:prstGeom prst="roundRect">
            <a:avLst>
              <a:gd name="adj" fmla="val 1078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3" y="2464371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RunTracker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1513" y="2625105"/>
            <a:ext cx="3745897" cy="121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startRun(module, meta) : UUID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1513" y="2773784"/>
            <a:ext cx="3745897" cy="121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completeRun(runId, stats)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1513" y="2922463"/>
            <a:ext cx="3636169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failRun(runId, error)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25578" y="1156171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3450" y="1420490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3450" y="1245468"/>
            <a:ext cx="3931634" cy="208312"/>
          </a:xfrm>
          <a:prstGeom prst="rect">
            <a:avLst/>
          </a:prstGeom>
          <a:noFill/>
          <a:ln/>
        </p:spPr>
        <p:txBody>
          <a:bodyPr wrap="squar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ADAPTERS · IMPLEMENTATIONS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7022" y="1484784"/>
            <a:ext cx="3814763" cy="575965"/>
          </a:xfrm>
          <a:prstGeom prst="roundRect">
            <a:avLst>
              <a:gd name="adj" fmla="val 1323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6319" y="1561579"/>
            <a:ext cx="28360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BinanceBarProvider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78103" y="1535219"/>
            <a:ext cx="817245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00963" y="1545506"/>
            <a:ext cx="771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 pattern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36319" y="1745531"/>
            <a:ext cx="363616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apiClient : HttpClient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apiBaseUrl : String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47022" y="2110755"/>
            <a:ext cx="3814763" cy="448717"/>
          </a:xfrm>
          <a:prstGeom prst="roundRect">
            <a:avLst>
              <a:gd name="adj" fmla="val 1698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6319" y="2187550"/>
            <a:ext cx="2707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QuestDBBarRepository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49515" y="2161190"/>
            <a:ext cx="945833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72375" y="2171477"/>
            <a:ext cx="90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pattern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36319" y="2371502"/>
            <a:ext cx="3745897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jdbcConnection : Connection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47022" y="2609478"/>
            <a:ext cx="3814763" cy="448717"/>
          </a:xfrm>
          <a:prstGeom prst="roundRect">
            <a:avLst>
              <a:gd name="adj" fmla="val 1698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6319" y="2686273"/>
            <a:ext cx="3178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PostgresRunTracker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26717" y="2659913"/>
            <a:ext cx="462915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16204" y="2670200"/>
            <a:ext cx="4839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6319" y="2870225"/>
            <a:ext cx="3745897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jdbcConnection : Connection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43450" y="3104629"/>
            <a:ext cx="3931634" cy="91440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each adapter implements its port above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0772" y="3058753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78644" y="3323072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8644" y="3148050"/>
            <a:ext cx="3821906" cy="208312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· DTOS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2216" y="3387365"/>
            <a:ext cx="3814763" cy="536674"/>
          </a:xfrm>
          <a:prstGeom prst="roundRect">
            <a:avLst>
              <a:gd name="adj" fmla="val 1419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1513" y="3448087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RawBar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1513" y="3608822"/>
            <a:ext cx="363616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: String · timeframe : String · openTime : Instant · open/high/low/close : double · volume : double · closeTime : Instant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8644" y="3970474"/>
            <a:ext cx="3821906" cy="142232"/>
          </a:xfrm>
          <a:prstGeom prst="rect">
            <a:avLst/>
          </a:prstGeom>
          <a:noFill/>
          <a:ln/>
        </p:spPr>
        <p:txBody>
          <a:bodyPr wrap="none" lIns="0" tIns="7144" rIns="0" bIns="7144" rtlCol="0" anchor="t">
            <a:normAutofit/>
          </a:bodyPr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47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normalized →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2216" y="4143710"/>
            <a:ext cx="3814763" cy="536674"/>
          </a:xfrm>
          <a:prstGeom prst="roundRect">
            <a:avLst>
              <a:gd name="adj" fmla="val 1419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1513" y="4204432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1513" y="4365166"/>
            <a:ext cx="363616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instrumentId : UUID · symbol : String · timeframe : String · ts : Instant · OHLCV : double · sourceId : String · quality : String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82216" y="4730390"/>
            <a:ext cx="3814763" cy="409426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1513" y="4791112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IngestionConfig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1513" y="4951847"/>
            <a:ext cx="3636169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: String · timeframe : String · sourceId : String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25578" y="3058753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743450" y="3323072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43450" y="3148050"/>
            <a:ext cx="3821906" cy="208312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 · CORE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43450" y="3383793"/>
            <a:ext cx="382190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IngestionService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4743450" y="3573103"/>
            <a:ext cx="3821906" cy="524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provider : MarketDataProvider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barRepo : BarRepository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runTracker : RunTracker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instrumentCache : InstrumentCache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43450" y="4124958"/>
            <a:ext cx="39316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run(config : IngestionConfig) : void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47022" y="4323197"/>
            <a:ext cx="3814763" cy="409426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36319" y="4383918"/>
            <a:ext cx="363616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InstrumentCache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36319" y="4544653"/>
            <a:ext cx="3636169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getInstrumentId(sourceId, sourceSymbol) : UUID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43450" y="4821920"/>
            <a:ext cx="382190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 instrumentId → normalizes RawBar → Bar → persists → tracks run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260747"/>
            <a:ext cx="1843869" cy="192881"/>
          </a:xfrm>
          <a:prstGeom prst="roundRect">
            <a:avLst>
              <a:gd name="adj" fmla="val 4933340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7175"/>
            <a:ext cx="8229600" cy="25603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DTO CONSTRUCTION · BUILDER PATTERN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28638"/>
            <a:ext cx="8636000" cy="266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Bar Builder Pattern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2871"/>
            <a:ext cx="642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Immutable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DTO assembled via a fluent Builder. Private constructor enforces all-args-at-once construction;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defaults to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"FRESH"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when unset.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1226493"/>
            <a:ext cx="4029075" cy="2831157"/>
          </a:xfrm>
          <a:prstGeom prst="roundRect">
            <a:avLst>
              <a:gd name="adj" fmla="val 336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2931" y="1572964"/>
            <a:ext cx="376475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931" y="1330077"/>
            <a:ext cx="233087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2959522" y="1380083"/>
            <a:ext cx="15100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immutable DTO · private constructor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592931" y="2655243"/>
            <a:ext cx="376475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2931" y="1633686"/>
            <a:ext cx="37647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931" y="1783705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ts : Instant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39603" y="1783705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close : double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2931" y="1921222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instrumentId : UUID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9603" y="1921222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volume : double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2058739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symbol : String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39603" y="2058739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sourceId : String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2931" y="2196257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timeframe : String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39603" y="2196257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quality : String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2931" y="2333774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open : double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9603" y="2333774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high : double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2931" y="2471291"/>
            <a:ext cx="190898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low : double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2931" y="3142804"/>
            <a:ext cx="376475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92931" y="2715964"/>
            <a:ext cx="37647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2931" y="2865983"/>
            <a:ext cx="3764756" cy="216098"/>
          </a:xfrm>
          <a:prstGeom prst="rect">
            <a:avLst/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3647" y="2865983"/>
            <a:ext cx="0" cy="216098"/>
          </a:xfrm>
          <a:prstGeom prst="line">
            <a:avLst/>
          </a:prstGeom>
          <a:noFill/>
          <a:ln w="21431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909739"/>
            <a:ext cx="321055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Bar(builder : Builder)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95621" y="2901023"/>
            <a:ext cx="405653" cy="146018"/>
          </a:xfrm>
          <a:prstGeom prst="roundRect">
            <a:avLst>
              <a:gd name="adj" fmla="val 26093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20511" y="2908846"/>
            <a:ext cx="555874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2931" y="3203525"/>
            <a:ext cx="37647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2931" y="3360688"/>
            <a:ext cx="473202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getTs()</a:t>
            </a:r>
            <a:endParaRPr lang="en-US" sz="647" dirty="0"/>
          </a:p>
        </p:txBody>
      </p:sp>
      <p:sp>
        <p:nvSpPr>
          <p:cNvPr id="32" name="Text 30"/>
          <p:cNvSpPr/>
          <p:nvPr/>
        </p:nvSpPr>
        <p:spPr>
          <a:xfrm>
            <a:off x="1003697" y="3360688"/>
            <a:ext cx="473202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Instant</a:t>
            </a:r>
            <a:endParaRPr lang="en-US" sz="647" dirty="0"/>
          </a:p>
        </p:txBody>
      </p:sp>
      <p:sp>
        <p:nvSpPr>
          <p:cNvPr id="33" name="Text 31"/>
          <p:cNvSpPr/>
          <p:nvPr/>
        </p:nvSpPr>
        <p:spPr>
          <a:xfrm>
            <a:off x="592931" y="3487936"/>
            <a:ext cx="914693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getInstrumentId()</a:t>
            </a:r>
            <a:endParaRPr lang="en-US" sz="647" dirty="0"/>
          </a:p>
        </p:txBody>
      </p:sp>
      <p:sp>
        <p:nvSpPr>
          <p:cNvPr id="34" name="Text 32"/>
          <p:cNvSpPr/>
          <p:nvPr/>
        </p:nvSpPr>
        <p:spPr>
          <a:xfrm>
            <a:off x="1402230" y="3487936"/>
            <a:ext cx="339933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UUID</a:t>
            </a:r>
            <a:endParaRPr lang="en-US" sz="647" dirty="0"/>
          </a:p>
        </p:txBody>
      </p:sp>
      <p:sp>
        <p:nvSpPr>
          <p:cNvPr id="35" name="Text 33"/>
          <p:cNvSpPr/>
          <p:nvPr/>
        </p:nvSpPr>
        <p:spPr>
          <a:xfrm>
            <a:off x="580781" y="3615184"/>
            <a:ext cx="650143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getSymbol()</a:t>
            </a:r>
            <a:endParaRPr lang="en-US" sz="647" dirty="0"/>
          </a:p>
        </p:txBody>
      </p:sp>
      <p:sp>
        <p:nvSpPr>
          <p:cNvPr id="36" name="Text 34"/>
          <p:cNvSpPr/>
          <p:nvPr/>
        </p:nvSpPr>
        <p:spPr>
          <a:xfrm>
            <a:off x="1168003" y="3615184"/>
            <a:ext cx="420624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647" dirty="0"/>
          </a:p>
        </p:txBody>
      </p:sp>
      <p:sp>
        <p:nvSpPr>
          <p:cNvPr id="37" name="Text 35"/>
          <p:cNvSpPr/>
          <p:nvPr/>
        </p:nvSpPr>
        <p:spPr>
          <a:xfrm>
            <a:off x="592931" y="3763863"/>
            <a:ext cx="3874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(other getters follow the same pattern)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54153" y="1226493"/>
            <a:ext cx="4029075" cy="2831157"/>
          </a:xfrm>
          <a:prstGeom prst="roundRect">
            <a:avLst>
              <a:gd name="adj" fmla="val 336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86313" y="1572964"/>
            <a:ext cx="376475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6313" y="1330077"/>
            <a:ext cx="210740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Bar.Builder</a:t>
            </a:r>
            <a:endParaRPr lang="en-US" sz="956" dirty="0"/>
          </a:p>
        </p:txBody>
      </p:sp>
      <p:sp>
        <p:nvSpPr>
          <p:cNvPr id="41" name="Text 39"/>
          <p:cNvSpPr/>
          <p:nvPr/>
        </p:nvSpPr>
        <p:spPr>
          <a:xfrm>
            <a:off x="6929438" y="1380083"/>
            <a:ext cx="17189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fluent · chainable · mutable during build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786313" y="2655243"/>
            <a:ext cx="376475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786313" y="1633686"/>
            <a:ext cx="37647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6313" y="1783705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ts : Instant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32984" y="1783705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close : double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86313" y="1921222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instrumentId : UUID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32984" y="1921222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volume : double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86313" y="2058739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symbol : String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32984" y="2058739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sourceId : String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86313" y="2196257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timeframe : String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32984" y="2196257"/>
            <a:ext cx="1927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quality : String =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"FRESH"← default</a:t>
            </a:r>
            <a:endParaRPr lang="en-US" sz="647" dirty="0"/>
          </a:p>
        </p:txBody>
      </p:sp>
      <p:sp>
        <p:nvSpPr>
          <p:cNvPr id="52" name="Text 50"/>
          <p:cNvSpPr/>
          <p:nvPr/>
        </p:nvSpPr>
        <p:spPr>
          <a:xfrm>
            <a:off x="4786313" y="2333774"/>
            <a:ext cx="19089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open : double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32984" y="2333774"/>
            <a:ext cx="1818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high : double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86313" y="2471291"/>
            <a:ext cx="190898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low : double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86313" y="2715964"/>
            <a:ext cx="37647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FLUENT METHODS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86313" y="2865983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timestamp(ts : Instant)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86313" y="2993231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instrumentId(id : UUID)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86313" y="3120479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symbol(sym : String)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86313" y="3247727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timeframe(tf : String)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86313" y="3374975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open(o : double)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86313" y="3502223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high(h : double)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86313" y="3629471"/>
            <a:ext cx="3764756" cy="99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low(l : double)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86313" y="3756720"/>
            <a:ext cx="3874484" cy="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close(c : double)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86313" y="3883968"/>
            <a:ext cx="38744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volume(v : double)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86313" y="4011216"/>
            <a:ext cx="38744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sourceId(src : String)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86313" y="4138464"/>
            <a:ext cx="38744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quality(q : String)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786313" y="4308574"/>
            <a:ext cx="3764756" cy="225028"/>
          </a:xfrm>
          <a:prstGeom prst="rect">
            <a:avLst/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4797028" y="4308574"/>
            <a:ext cx="0" cy="225028"/>
          </a:xfrm>
          <a:prstGeom prst="line">
            <a:avLst/>
          </a:prstGeom>
          <a:noFill/>
          <a:ln w="21431">
            <a:solidFill>
              <a:srgbClr val="58A6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86313" y="4308574"/>
            <a:ext cx="3764756" cy="91440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build() : Bar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60772" y="4164806"/>
            <a:ext cx="8222456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41496" y="4105120"/>
            <a:ext cx="696136" cy="114014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36297" y="4111228"/>
            <a:ext cx="720822" cy="164592"/>
          </a:xfrm>
          <a:prstGeom prst="rect">
            <a:avLst/>
          </a:prstGeom>
          <a:noFill/>
          <a:ln/>
        </p:spPr>
        <p:txBody>
          <a:bodyPr wrap="none" lIns="42863" tIns="0" rIns="42863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7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EXAMPLE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8513" y="4246959"/>
            <a:ext cx="234574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57238" y="4246959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46534" y="4246959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25700" y="4246959"/>
            <a:ext cx="234574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69777" y="4246959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101914" y="4246959"/>
            <a:ext cx="471952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426964" y="4246959"/>
            <a:ext cx="142875" cy="110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57238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90881" y="4385370"/>
            <a:ext cx="596636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203722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337667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382316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12177" y="4385370"/>
            <a:ext cx="699302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instrumentId</a:t>
            </a:r>
            <a:endParaRPr lang="en-US" sz="703" dirty="0"/>
          </a:p>
        </p:txBody>
      </p:sp>
      <p:sp>
        <p:nvSpPr>
          <p:cNvPr id="86" name="Text 84"/>
          <p:cNvSpPr/>
          <p:nvPr/>
        </p:nvSpPr>
        <p:spPr>
          <a:xfrm>
            <a:off x="1962745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096691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141339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172724" y="4385370"/>
            <a:ext cx="409611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2453878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2494142" y="4385370"/>
            <a:ext cx="583394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"BTCUSDT"</a:t>
            </a:r>
            <a:endParaRPr lang="en-US" sz="703" dirty="0"/>
          </a:p>
        </p:txBody>
      </p:sp>
      <p:sp>
        <p:nvSpPr>
          <p:cNvPr id="92" name="Text 90"/>
          <p:cNvSpPr/>
          <p:nvPr/>
        </p:nvSpPr>
        <p:spPr>
          <a:xfrm>
            <a:off x="2900363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945011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978654" y="4385370"/>
            <a:ext cx="596636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timeframe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3391495" y="438537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436144" y="4385370"/>
            <a:ext cx="28575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"1m"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614738" y="4385370"/>
            <a:ext cx="91440" cy="110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57238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801886" y="4523780"/>
            <a:ext cx="28575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80480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069777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1114425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159073" y="4523780"/>
            <a:ext cx="28575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1337667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1426964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471613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1512125" y="4523780"/>
            <a:ext cx="222585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650206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739503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784152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1828800" y="4523780"/>
            <a:ext cx="357188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2052042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2141339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2185988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2217372" y="4523780"/>
            <a:ext cx="409611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2498527" y="4523780"/>
            <a:ext cx="9144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2587823" y="4523780"/>
            <a:ext cx="91440" cy="110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57238" y="4662190"/>
            <a:ext cx="914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84134" y="4662190"/>
            <a:ext cx="546283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sourceId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1159073" y="4662190"/>
            <a:ext cx="914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1201109" y="4662190"/>
            <a:ext cx="579852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"binance"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605558" y="4662190"/>
            <a:ext cx="914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1650206" y="4662190"/>
            <a:ext cx="9144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1694855" y="4662190"/>
            <a:ext cx="357188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1918097" y="4662190"/>
            <a:ext cx="214313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2185988" y="4662190"/>
            <a:ext cx="1446609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quality defaults to "FRESH"</a:t>
            </a:r>
            <a:endParaRPr lang="en-US" sz="703" dirty="0"/>
          </a:p>
        </p:txBody>
      </p:sp>
      <p:sp>
        <p:nvSpPr>
          <p:cNvPr id="127" name="Text 125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129" name="Text 127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09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4395273" y="2331175"/>
            <a:ext cx="353455" cy="136017"/>
          </a:xfrm>
          <a:prstGeom prst="roundRect">
            <a:avLst>
              <a:gd name="adj" fmla="val 21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9"/>
          <p:cNvSpPr/>
          <p:nvPr/>
        </p:nvSpPr>
        <p:spPr>
          <a:xfrm>
            <a:off x="4344416" y="2338462"/>
            <a:ext cx="45516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build()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4525566" y="2474193"/>
            <a:ext cx="928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4455210" y="2574063"/>
            <a:ext cx="233468" cy="136017"/>
          </a:xfrm>
          <a:prstGeom prst="roundRect">
            <a:avLst>
              <a:gd name="adj" fmla="val 21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Text 132"/>
          <p:cNvSpPr/>
          <p:nvPr/>
        </p:nvSpPr>
        <p:spPr>
          <a:xfrm>
            <a:off x="4429481" y="2581349"/>
            <a:ext cx="28492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4525566" y="2717081"/>
            <a:ext cx="928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291117" y="2816950"/>
            <a:ext cx="561767" cy="136017"/>
          </a:xfrm>
          <a:prstGeom prst="roundRect">
            <a:avLst>
              <a:gd name="adj" fmla="val 21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4182567" y="2824237"/>
            <a:ext cx="7788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Bar(builder)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273749"/>
            <a:ext cx="1027539" cy="224028"/>
          </a:xfrm>
          <a:prstGeom prst="roundRect">
            <a:avLst>
              <a:gd name="adj" fmla="val 4247449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85750"/>
            <a:ext cx="9818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ANALYSIS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57213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Analysis Layer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897210"/>
            <a:ext cx="64293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 recent bars from QuestDB → compute SMA(20) and Z-Score(20) on closes → persist IndicatorReading rows back to QuestDB.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60772" y="1156171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8644" y="1420490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8644" y="1245468"/>
            <a:ext cx="3821906" cy="208312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· INTERFACES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2216" y="1484784"/>
            <a:ext cx="3814763" cy="450503"/>
          </a:xfrm>
          <a:prstGeom prst="roundRect">
            <a:avLst>
              <a:gd name="adj" fmla="val 1691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1513" y="1559793"/>
            <a:ext cx="363616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8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BarReader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1513" y="1733029"/>
            <a:ext cx="3636169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getRecentBars(instrumentId, timeframe, limit) : List&lt;Bar&gt;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2216" y="1985293"/>
            <a:ext cx="3814763" cy="450503"/>
          </a:xfrm>
          <a:prstGeom prst="roundRect">
            <a:avLst>
              <a:gd name="adj" fmla="val 1691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513" y="2060302"/>
            <a:ext cx="363616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8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IndicatorRepository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1513" y="2233538"/>
            <a:ext cx="3745897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saveReadings(List&lt;IndicatorReading&gt;)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8644" y="2687278"/>
            <a:ext cx="3931634" cy="175022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two ports — minimal surface area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5578" y="1156171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3450" y="1420490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3450" y="1245468"/>
            <a:ext cx="3931634" cy="208312"/>
          </a:xfrm>
          <a:prstGeom prst="rect">
            <a:avLst/>
          </a:prstGeom>
          <a:noFill/>
          <a:ln/>
        </p:spPr>
        <p:txBody>
          <a:bodyPr wrap="squar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ADAPTERS · IMPLEMENTATIONS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47022" y="1484784"/>
            <a:ext cx="3814763" cy="704999"/>
          </a:xfrm>
          <a:prstGeom prst="roundRect">
            <a:avLst>
              <a:gd name="adj" fmla="val 1080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6319" y="1559793"/>
            <a:ext cx="363616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QuestDBBarReader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36319" y="1733029"/>
            <a:ext cx="3636169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jdbcUrl : String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username : String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password : String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47022" y="2239789"/>
            <a:ext cx="3814763" cy="704999"/>
          </a:xfrm>
          <a:prstGeom prst="roundRect">
            <a:avLst>
              <a:gd name="adj" fmla="val 1080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6319" y="2314798"/>
            <a:ext cx="3745897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QuestDBIndicatorRepository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36319" y="2488034"/>
            <a:ext cx="3636169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jdbcUrl : String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username : String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password : String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43450" y="2991222"/>
            <a:ext cx="3821906" cy="91440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both adapters hit the SAME QuestDB instance that ingestion writes to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460772" y="3058753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78644" y="3323072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644" y="3148050"/>
            <a:ext cx="3821906" cy="208312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· DTO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2216" y="3387365"/>
            <a:ext cx="3814763" cy="1188541"/>
          </a:xfrm>
          <a:prstGeom prst="roundRect">
            <a:avLst>
              <a:gd name="adj" fmla="val 641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1513" y="3462375"/>
            <a:ext cx="363616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IndicatorReading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671513" y="3665972"/>
            <a:ext cx="2055443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: Instant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53891" y="3665972"/>
            <a:ext cx="1753791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: int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1513" y="3807507"/>
            <a:ext cx="1841480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instrumentId : UUID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53891" y="3807507"/>
            <a:ext cx="1753791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: double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1513" y="3949043"/>
            <a:ext cx="1841480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: String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53891" y="3949043"/>
            <a:ext cx="1753791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: String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1513" y="4090578"/>
            <a:ext cx="1841480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timeframe : String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53891" y="4090578"/>
            <a:ext cx="1753791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percentileRank : double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1513" y="4232114"/>
            <a:ext cx="2055443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 String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53891" y="4232114"/>
            <a:ext cx="1753791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: String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1513" y="4373649"/>
            <a:ext cx="1841480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: double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53891" y="4373649"/>
            <a:ext cx="1753791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: String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8644" y="4622341"/>
            <a:ext cx="3821906" cy="142540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via Builder/Constructor — one row per indicator per bar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25578" y="3058753"/>
            <a:ext cx="4057650" cy="1795425"/>
          </a:xfrm>
          <a:prstGeom prst="roundRect">
            <a:avLst>
              <a:gd name="adj" fmla="val 53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743450" y="3323072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3450" y="3148050"/>
            <a:ext cx="3821906" cy="208312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 · CORE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43450" y="3383793"/>
            <a:ext cx="382190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AnalysisService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4743450" y="3587390"/>
            <a:ext cx="3821906" cy="28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barReader : BarReader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indicatorRepo : IndicatorRepository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43450" y="3899036"/>
            <a:ext cx="3821906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runAnalysis(instrumentId : UUID, symbol : String, timeframe : String) : void</a:t>
            </a:r>
            <a:endParaRPr lang="en-US" sz="647" dirty="0"/>
          </a:p>
        </p:txBody>
      </p:sp>
      <p:sp>
        <p:nvSpPr>
          <p:cNvPr id="50" name="Text 48"/>
          <p:cNvSpPr/>
          <p:nvPr/>
        </p:nvSpPr>
        <p:spPr>
          <a:xfrm>
            <a:off x="4743450" y="4097722"/>
            <a:ext cx="382190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METHODS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43450" y="4233453"/>
            <a:ext cx="3821906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calculateSma(bars : List&lt;Bar&gt;, period : int) : double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calculateZScore(bars : List&lt;Bar&gt;, period : int) : double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43450" y="4605821"/>
            <a:ext cx="382190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4743450" y="4680831"/>
            <a:ext cx="951012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getRecentBars(…, 30)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525691" y="4680831"/>
            <a:ext cx="9144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14988" y="4680831"/>
            <a:ext cx="908596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SMA(20) + ZScore(20)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363295" y="4680831"/>
            <a:ext cx="9144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52592" y="4680831"/>
            <a:ext cx="99342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IndicatorReading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7268766" y="4680831"/>
            <a:ext cx="9144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58063" y="4680831"/>
            <a:ext cx="1207294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saveReadings(…)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175022"/>
            <a:ext cx="1576425" cy="192881"/>
          </a:xfrm>
          <a:prstGeom prst="roundRect">
            <a:avLst>
              <a:gd name="adj" fmla="val 4933340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71450"/>
            <a:ext cx="8343900" cy="25603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POSTGRES · RELATIONAL ANCHOR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442913"/>
            <a:ext cx="8636000" cy="221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 ER Schema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400050" y="691493"/>
            <a:ext cx="642937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schemas: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(instruments &amp; sources),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(what the engine observed &amp; decided),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(identity, entitlement, content),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ops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(observability).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403622" y="901117"/>
            <a:ext cx="4129088" cy="1994334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92919" y="1126145"/>
            <a:ext cx="3950494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2919" y="961839"/>
            <a:ext cx="353693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ANALYTICAL ANCHOR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50462" y="954338"/>
            <a:ext cx="408064" cy="140018"/>
          </a:xfrm>
          <a:prstGeom prst="roundRect">
            <a:avLst>
              <a:gd name="adj" fmla="val 6795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95739" y="961839"/>
            <a:ext cx="51751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tables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2919" y="1172580"/>
            <a:ext cx="3950494" cy="245790"/>
          </a:xfrm>
          <a:prstGeom prst="roundRect">
            <a:avLst>
              <a:gd name="adj" fmla="val 1550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0063" y="1172580"/>
            <a:ext cx="0" cy="245790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356" y="1201155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data_sources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4356" y="1298265"/>
            <a:ext cx="3821906" cy="9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source_id PK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display_name · source_type · base_url · is_active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jsonb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created_at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2919" y="1439800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0063" y="1439800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356" y="1468375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356" y="1565486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canonical_symbol UNIQUE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display_name · asset_class · base_currency · quote_currency · venue · is_synthetic · is_active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jsonb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2919" y="1798551"/>
            <a:ext cx="3950494" cy="245790"/>
          </a:xfrm>
          <a:prstGeom prst="roundRect">
            <a:avLst>
              <a:gd name="adj" fmla="val 1550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0063" y="1798551"/>
            <a:ext cx="0" cy="245790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356" y="1827126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instrument_sources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356" y="1924236"/>
            <a:ext cx="3821906" cy="9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 FK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source_id FK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source_symbol · priority · is_active · UNIQUE(source_id, source_symbol)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92919" y="2065772"/>
            <a:ext cx="3950494" cy="245790"/>
          </a:xfrm>
          <a:prstGeom prst="roundRect">
            <a:avLst>
              <a:gd name="adj" fmla="val 1550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0063" y="2065772"/>
            <a:ext cx="0" cy="245790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356" y="2094347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synthetic_instruments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4356" y="2191457"/>
            <a:ext cx="3821906" cy="9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 PK/FK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formula_type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jsonb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 jsonb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2919" y="2722662"/>
            <a:ext cx="3950494" cy="112068"/>
          </a:xfrm>
          <a:prstGeom prst="rect">
            <a:avLst/>
          </a:prstGeom>
          <a:noFill/>
          <a:ln/>
        </p:spPr>
        <p:txBody>
          <a:bodyPr wrap="square" lIns="0" tIns="28575" rIns="0" bIns="0" rtlCol="0" anchor="t"/>
          <a:lstStyle/>
          <a:p>
            <a:pPr algn="ctr" indent="0" marL="0">
              <a:lnSpc>
                <a:spcPts val="658"/>
              </a:lnSpc>
              <a:buNone/>
            </a:pPr>
            <a:r>
              <a:rPr lang="en-US" sz="600" i="1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data_sources 1→N instrument_sources N→1 instruments 1→?1 synthetic_instruments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11291" y="901117"/>
            <a:ext cx="4129088" cy="1994334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0588" y="1126145"/>
            <a:ext cx="3950494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588" y="961839"/>
            <a:ext cx="31718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OBSERVED &amp; DECIDED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85271" y="954338"/>
            <a:ext cx="788670" cy="140018"/>
          </a:xfrm>
          <a:prstGeom prst="roundRect">
            <a:avLst>
              <a:gd name="adj" fmla="val 6795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08131" y="961839"/>
            <a:ext cx="7429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tables · self-ref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0588" y="1172580"/>
            <a:ext cx="3950494" cy="626194"/>
          </a:xfrm>
          <a:prstGeom prst="roundRect">
            <a:avLst>
              <a:gd name="adj" fmla="val 6084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707731" y="1172580"/>
            <a:ext cx="0" cy="626194"/>
          </a:xfrm>
          <a:prstGeom prst="line">
            <a:avLst/>
          </a:prstGeom>
          <a:noFill/>
          <a:ln w="14288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2025" y="1208298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2025" y="1305409"/>
            <a:ext cx="3821906" cy="45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schema_version · module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 FK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timeframe · ts_event · ts_emit · state (WAIT|SIGNAL|INVALID) · direction (LONG|SHORT|NEUTRAL) · confidence_total · confidence_env · confidence_stretch · confidence_evidence · confidence_risk · headline · narrative · narrative_source (TEMPLATE|AI_ASSISTED|...) · reference_version · source_data_hash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parent_signal_id FK (self)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superseded_by FK (self)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context_tags TEXT[]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jsonb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created_at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00588" y="1820205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707731" y="1820205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2025" y="1848780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signal_indicators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2025" y="1945891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signal_id FK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name · value · period · threshold · position · percentile_rank · quality · source · computed_at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0588" y="2178955"/>
            <a:ext cx="3950494" cy="245790"/>
          </a:xfrm>
          <a:prstGeom prst="roundRect">
            <a:avLst>
              <a:gd name="adj" fmla="val 1550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707731" y="2178955"/>
            <a:ext cx="0" cy="245790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2025" y="2207530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signal_risk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72025" y="2304641"/>
            <a:ext cx="3821906" cy="9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signal_id PK/FK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invalidation_level · invalidation_reason · target_level · target_reason · reward_risk_ratio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00588" y="2722662"/>
            <a:ext cx="3950494" cy="112068"/>
          </a:xfrm>
          <a:prstGeom prst="rect">
            <a:avLst/>
          </a:prstGeom>
          <a:noFill/>
          <a:ln/>
        </p:spPr>
        <p:txBody>
          <a:bodyPr wrap="square" lIns="0" tIns="28575" rIns="0" bIns="0" rtlCol="0" anchor="t"/>
          <a:lstStyle/>
          <a:p>
            <a:pPr algn="ctr" indent="0" marL="0">
              <a:lnSpc>
                <a:spcPts val="658"/>
              </a:lnSpc>
              <a:buNone/>
            </a:pPr>
            <a:r>
              <a:rPr lang="en-US" sz="800" i="1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 self-ref: parent_signal_id / superseded_by → lifecycle chain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3622" y="2974032"/>
            <a:ext cx="4129088" cy="1994446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92919" y="3199061"/>
            <a:ext cx="3950494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919" y="3034754"/>
            <a:ext cx="305093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IDENTITY · ENTITLEMENT · WRITING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56717" y="3027253"/>
            <a:ext cx="909556" cy="140018"/>
          </a:xfrm>
          <a:prstGeom prst="roundRect">
            <a:avLst>
              <a:gd name="adj" fmla="val 6795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579577" y="3034754"/>
            <a:ext cx="863836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tables (subs merged)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2919" y="3245495"/>
            <a:ext cx="3950494" cy="245790"/>
          </a:xfrm>
          <a:prstGeom prst="roundRect">
            <a:avLst>
              <a:gd name="adj" fmla="val 1550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0063" y="3245495"/>
            <a:ext cx="0" cy="245790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4356" y="3274070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4356" y="3371180"/>
            <a:ext cx="3821906" cy="9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PK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UNIQUE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display_name · password_hash · role · is_active · created_at · last_login_at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92919" y="3512716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00063" y="3512716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4356" y="3541291"/>
            <a:ext cx="3931634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subscriptions </a:t>
            </a:r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subscription_events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4356" y="3638401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FK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tier · status · started_at · current_period_end · cancelled_at · external_ref · events: event_type · previous_tier · new_tier · event_at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jsonb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2919" y="3871466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500063" y="3871466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4356" y="3900041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4356" y="3997151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author_id FK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 UNIQUE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title · summary · body · content_type · visibility · published_at · status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92919" y="4230216"/>
            <a:ext cx="3950494" cy="245790"/>
          </a:xfrm>
          <a:prstGeom prst="roundRect">
            <a:avLst>
              <a:gd name="adj" fmla="val 1550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00063" y="4230216"/>
            <a:ext cx="0" cy="245790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4356" y="4258791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content_signal_links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4356" y="4355902"/>
            <a:ext cx="3821906" cy="9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content_id PK/FK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signal_id PK/FK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link_context · PRIMARY KEY (content_id, signal_id) → </a:t>
            </a:r>
            <a:pPr algn="l" indent="0" marL="0">
              <a:lnSpc>
                <a:spcPts val="721"/>
              </a:lnSpc>
              <a:buNone/>
            </a:pPr>
            <a:r>
              <a:rPr lang="en-US" sz="6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signal.signals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4611291" y="2974032"/>
            <a:ext cx="4129088" cy="1994446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4700588" y="3199061"/>
            <a:ext cx="3950494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0588" y="3034754"/>
            <a:ext cx="303296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</a:t>
            </a:r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OBSERVABILITY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746415" y="3027253"/>
            <a:ext cx="927527" cy="140018"/>
          </a:xfrm>
          <a:prstGeom prst="roundRect">
            <a:avLst>
              <a:gd name="adj" fmla="val 6795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769275" y="3034754"/>
            <a:ext cx="88180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tables · cross-schema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00588" y="3245495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707731" y="3245495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72025" y="3274070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engine_runs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772025" y="3371180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module · started_at · completed_at · status · instruments_processed · signals_emitted · error_message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jsonb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700588" y="3604245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707731" y="3604245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72025" y="3632820"/>
            <a:ext cx="382190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data_quality_events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772025" y="3729930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source_id FK → reference.data_sources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 FK → reference.instruments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event_type · severity · detected_at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 jsonb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700588" y="3962995"/>
            <a:ext cx="3950494" cy="337319"/>
          </a:xfrm>
          <a:prstGeom prst="roundRect">
            <a:avLst>
              <a:gd name="adj" fmla="val 11295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4707731" y="3962995"/>
            <a:ext cx="0" cy="337319"/>
          </a:xfrm>
          <a:prstGeom prst="line">
            <a:avLst/>
          </a:prstGeom>
          <a:noFill/>
          <a:ln w="14288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72025" y="3991570"/>
            <a:ext cx="3931634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 </a:t>
            </a:r>
            <a:pPr algn="l" indent="0" marL="0">
              <a:lnSpc>
                <a:spcPts val="709"/>
              </a:lnSpc>
              <a:buNone/>
            </a:pPr>
            <a:r>
              <a:rPr lang="en-US" sz="800" spc="6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(shared with web)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772025" y="4088681"/>
            <a:ext cx="3821906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 FK → web.users (nullable)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actor_type · action · target_type · target_id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(polymorphic, NOT a FK)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jsonb</a:t>
            </a:r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occurred_at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700588" y="4712196"/>
            <a:ext cx="3950494" cy="195560"/>
          </a:xfrm>
          <a:prstGeom prst="rect">
            <a:avLst/>
          </a:prstGeom>
          <a:noFill/>
          <a:ln/>
        </p:spPr>
        <p:txBody>
          <a:bodyPr wrap="square" lIns="0" tIns="28575" rIns="0" bIns="0" rtlCol="0" anchor="t"/>
          <a:lstStyle/>
          <a:p>
            <a:pPr algn="ctr" indent="0" marL="0">
              <a:lnSpc>
                <a:spcPts val="658"/>
              </a:lnSpc>
              <a:buNone/>
            </a:pPr>
            <a:r>
              <a:rPr lang="en-US" sz="800" i="1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engine_runs: no FKs — observes everything, references nothing · audit_log shared with web schema (polymorphic target)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87" name="Text 85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189309"/>
            <a:ext cx="1665610" cy="192881"/>
          </a:xfrm>
          <a:prstGeom prst="roundRect">
            <a:avLst>
              <a:gd name="adj" fmla="val 4933340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85738"/>
            <a:ext cx="8343900" cy="25603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QUESTDB · TIME-SERIES + BRIDGE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457200"/>
            <a:ext cx="8636000" cy="22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QuestDB Time-Series &amp; Bridge to Postgres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400050" y="705780"/>
            <a:ext cx="65722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time-series tables (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indicator_history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ticks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partitioned by month/day. No physical FKs — joined to Postgres logically via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403622" y="915405"/>
            <a:ext cx="4581934" cy="3346289"/>
          </a:xfrm>
          <a:prstGeom prst="roundRect">
            <a:avLst>
              <a:gd name="adj" fmla="val 284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206" y="1176151"/>
            <a:ext cx="4374766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206" y="990414"/>
            <a:ext cx="349195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 Tables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12019" y="1004344"/>
            <a:ext cx="892812" cy="140018"/>
          </a:xfrm>
          <a:prstGeom prst="roundRect">
            <a:avLst>
              <a:gd name="adj" fmla="val 6795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4879" y="1011845"/>
            <a:ext cx="84709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tables · partitioned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206" y="1222586"/>
            <a:ext cx="4374766" cy="964406"/>
          </a:xfrm>
          <a:prstGeom prst="roundRect">
            <a:avLst>
              <a:gd name="adj" fmla="val 3951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4350" y="1222586"/>
            <a:ext cx="0" cy="964406"/>
          </a:xfrm>
          <a:prstGeom prst="line">
            <a:avLst/>
          </a:prstGeom>
          <a:noFill/>
          <a:ln w="14288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788" y="1258305"/>
            <a:ext cx="35118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03325" y="1257947"/>
            <a:ext cx="737213" cy="140018"/>
          </a:xfrm>
          <a:prstGeom prst="roundRect">
            <a:avLst>
              <a:gd name="adj" fmla="val 27211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26185" y="1265448"/>
            <a:ext cx="69149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· MONTH · DEDUP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5788" y="1411895"/>
            <a:ext cx="1331881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85900" y="1411895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(close time UTC)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788" y="1503425"/>
            <a:ext cx="98795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85900" y="1503425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(logical link to Postgres)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788" y="1594954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85900" y="1594954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(e.g. BTC-USD)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5788" y="1686483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timeframe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85900" y="1686483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SYMBOL (e.g. D1, H4)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5788" y="1778012"/>
            <a:ext cx="842963" cy="29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· high · low · close · volume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85900" y="1778012"/>
            <a:ext cx="3331778" cy="2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5788" y="1961071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85900" y="1961071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(e.g. binance)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5788" y="2052600"/>
            <a:ext cx="1078992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85900" y="2052600"/>
            <a:ext cx="333177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(FRESH | STALE)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206" y="2222711"/>
            <a:ext cx="4374766" cy="1330523"/>
          </a:xfrm>
          <a:prstGeom prst="roundRect">
            <a:avLst>
              <a:gd name="adj" fmla="val 2864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14350" y="2222711"/>
            <a:ext cx="0" cy="1330523"/>
          </a:xfrm>
          <a:prstGeom prst="line">
            <a:avLst/>
          </a:prstGeom>
          <a:noFill/>
          <a:ln w="14288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788" y="2258430"/>
            <a:ext cx="37727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indicator_history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69935" y="2258072"/>
            <a:ext cx="464964" cy="140018"/>
          </a:xfrm>
          <a:prstGeom prst="roundRect">
            <a:avLst>
              <a:gd name="adj" fmla="val 27211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75925" y="2265573"/>
            <a:ext cx="6529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· MONTH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5788" y="2412020"/>
            <a:ext cx="1331881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85900" y="2412020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(bar close time used)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5788" y="2503550"/>
            <a:ext cx="98795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485900" y="2503550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(logical link to Postgres)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5788" y="2595079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85900" y="2595079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5788" y="2686608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timeframe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85900" y="2686608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5788" y="2778137"/>
            <a:ext cx="1331881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85900" y="2778137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SYMBOL (sma_20, z_score_20)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5788" y="2869667"/>
            <a:ext cx="1331881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85900" y="2869667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(computed result)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5788" y="2961196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85900" y="2961196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INT (lookback, e.g. 20)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85788" y="3052725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485900" y="3052725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(for signal eval)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5788" y="3144255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485900" y="3144255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(ABOVE | BELOW | NA)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5788" y="3235784"/>
            <a:ext cx="98795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percentile_rank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85900" y="3235784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(historical position)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5788" y="3327313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485900" y="3327313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(FRESH | STALE)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5788" y="3418842"/>
            <a:ext cx="1078992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85900" y="3418842"/>
            <a:ext cx="333177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(java_core)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7206" y="3588953"/>
            <a:ext cx="4374766" cy="1055936"/>
          </a:xfrm>
          <a:prstGeom prst="roundRect">
            <a:avLst>
              <a:gd name="adj" fmla="val 3608"/>
            </a:avLst>
          </a:prstGeom>
          <a:solidFill>
            <a:srgbClr val="1C2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514350" y="3588953"/>
            <a:ext cx="0" cy="1055936"/>
          </a:xfrm>
          <a:prstGeom prst="line">
            <a:avLst/>
          </a:prstGeom>
          <a:noFill/>
          <a:ln w="14288">
            <a:solidFill>
              <a:srgbClr val="58A6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5788" y="3624672"/>
            <a:ext cx="34076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6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999183" y="3624315"/>
            <a:ext cx="841355" cy="140018"/>
          </a:xfrm>
          <a:prstGeom prst="roundRect">
            <a:avLst>
              <a:gd name="adj" fmla="val 27211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022043" y="3631816"/>
            <a:ext cx="7956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· DAY · raw events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85788" y="3778262"/>
            <a:ext cx="1331881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485900" y="3778262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(event time in market)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5788" y="3869792"/>
            <a:ext cx="98795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485900" y="3869792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(logical link to Postgres)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85788" y="3961321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485900" y="3961321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(e.g. BTCUSDT)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85788" y="4052850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485900" y="4052850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(e.g. binance)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85788" y="4144380"/>
            <a:ext cx="98795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· ask · last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485900" y="4144380"/>
            <a:ext cx="3331778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85788" y="4235909"/>
            <a:ext cx="842963" cy="29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bid_size · ask_size · last_size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85900" y="4235909"/>
            <a:ext cx="3331778" cy="2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85788" y="4418967"/>
            <a:ext cx="1078992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tick_type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485900" y="4418967"/>
            <a:ext cx="3441506" cy="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(quote | trade | both)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85788" y="4510497"/>
            <a:ext cx="1078992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485900" y="4510497"/>
            <a:ext cx="333177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(FRESH)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092712" y="915405"/>
            <a:ext cx="3647666" cy="3346289"/>
          </a:xfrm>
          <a:prstGeom prst="roundRect">
            <a:avLst>
              <a:gd name="adj" fmla="val 284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5196297" y="1176151"/>
            <a:ext cx="3440497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96297" y="990414"/>
            <a:ext cx="28186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Bridge to Postgres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027811" y="1004344"/>
            <a:ext cx="631842" cy="140018"/>
          </a:xfrm>
          <a:prstGeom prst="roundRect">
            <a:avLst>
              <a:gd name="adj" fmla="val 6795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7906345" y="1011845"/>
            <a:ext cx="874776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physical FK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196297" y="1839739"/>
            <a:ext cx="3440497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5196297" y="1265448"/>
            <a:ext cx="3440497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 LINK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199869" y="1401180"/>
            <a:ext cx="1442703" cy="255724"/>
          </a:xfrm>
          <a:prstGeom prst="roundRect">
            <a:avLst>
              <a:gd name="adj" fmla="val 14899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5253447" y="1440470"/>
            <a:ext cx="1415679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· reference.instruments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5253447" y="1540483"/>
            <a:ext cx="13355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8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 (PK)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681862" y="1483444"/>
            <a:ext cx="5867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600" spc="1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─(logical)─►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7190519" y="1401180"/>
            <a:ext cx="1442703" cy="255724"/>
          </a:xfrm>
          <a:prstGeom prst="roundRect">
            <a:avLst>
              <a:gd name="adj" fmla="val 14899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7244097" y="1440470"/>
            <a:ext cx="133554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 · bars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244097" y="1540483"/>
            <a:ext cx="13355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8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instrument_id, ts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196297" y="1689050"/>
            <a:ext cx="344049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6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on instrument_id to resolve the canonical symbol for any bar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5196297" y="2460464"/>
            <a:ext cx="3440497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96" name="Text 94"/>
          <p:cNvSpPr/>
          <p:nvPr/>
        </p:nvSpPr>
        <p:spPr>
          <a:xfrm>
            <a:off x="5196297" y="1886173"/>
            <a:ext cx="3440497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↔ INDICATOR LINK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199869" y="2021904"/>
            <a:ext cx="1442703" cy="255724"/>
          </a:xfrm>
          <a:prstGeom prst="roundRect">
            <a:avLst>
              <a:gd name="adj" fmla="val 14899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5253447" y="2061195"/>
            <a:ext cx="1415679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· signal.signals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5253447" y="2161208"/>
            <a:ext cx="141567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8"/>
              </a:lnSpc>
              <a:buNone/>
            </a:pPr>
            <a:r>
              <a:rPr lang="en-US" sz="6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signal_id (PK), instrument_id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6681862" y="2104169"/>
            <a:ext cx="5867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600" spc="1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─(logical)─►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7190519" y="2021904"/>
            <a:ext cx="1442703" cy="255724"/>
          </a:xfrm>
          <a:prstGeom prst="roundRect">
            <a:avLst>
              <a:gd name="adj" fmla="val 14899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7244097" y="2061195"/>
            <a:ext cx="1415679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 · indicator_history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7244097" y="2161208"/>
            <a:ext cx="141567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8"/>
              </a:lnSpc>
              <a:buNone/>
            </a:pPr>
            <a:r>
              <a:rPr lang="en-US" sz="6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instrument_id, name, value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5196297" y="2309775"/>
            <a:ext cx="344049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6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 store decisions; indicator_history stores the math that backed them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5196297" y="3900934"/>
            <a:ext cx="3440497" cy="285750"/>
          </a:xfrm>
          <a:prstGeom prst="rect">
            <a:avLst/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Shape 104"/>
          <p:cNvSpPr/>
          <p:nvPr/>
        </p:nvSpPr>
        <p:spPr>
          <a:xfrm>
            <a:off x="5207012" y="3900934"/>
            <a:ext cx="0" cy="285750"/>
          </a:xfrm>
          <a:prstGeom prst="line">
            <a:avLst/>
          </a:prstGeom>
          <a:noFill/>
          <a:ln w="21431">
            <a:solidFill>
              <a:srgbClr val="58A6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96297" y="3900934"/>
            <a:ext cx="3440497" cy="285750"/>
          </a:xfrm>
          <a:prstGeom prst="rect">
            <a:avLst/>
          </a:prstGeom>
          <a:noFill/>
          <a:ln/>
        </p:spPr>
        <p:txBody>
          <a:bodyPr wrap="square" lIns="64294" tIns="42863" rIns="64294" bIns="42863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 has 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foreign keys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alignment is enforced in application code by joining on 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instrument_id AND ts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03622" y="4340275"/>
            <a:ext cx="8336756" cy="613916"/>
          </a:xfrm>
          <a:prstGeom prst="roundRect">
            <a:avLst>
              <a:gd name="adj" fmla="val 1551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484346" y="4280910"/>
            <a:ext cx="1077880" cy="108014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507206" y="4286696"/>
            <a:ext cx="1032160" cy="164592"/>
          </a:xfrm>
          <a:prstGeom prst="rect">
            <a:avLst/>
          </a:prstGeom>
          <a:noFill/>
          <a:ln/>
        </p:spPr>
        <p:txBody>
          <a:bodyPr wrap="none" lIns="42863" tIns="0" rIns="42863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RELATIONSHIP AXES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496491" y="4404568"/>
            <a:ext cx="2655019" cy="478185"/>
          </a:xfrm>
          <a:prstGeom prst="roundRect">
            <a:avLst>
              <a:gd name="adj" fmla="val 9960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567928" y="4454575"/>
            <a:ext cx="135731" cy="13573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564356" y="445100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764381" y="4451003"/>
            <a:ext cx="23192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64381" y="4561731"/>
            <a:ext cx="2319263" cy="27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bars.ts ↔ indicator_history.ts perfectly align (e.g. D1 bar at 21:00 UTC and SMA for that bar)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3244379" y="4404568"/>
            <a:ext cx="2655131" cy="478185"/>
          </a:xfrm>
          <a:prstGeom prst="roundRect">
            <a:avLst>
              <a:gd name="adj" fmla="val 9960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3315816" y="4454575"/>
            <a:ext cx="135731" cy="13573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3312244" y="445100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3512269" y="4451003"/>
            <a:ext cx="23193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3512269" y="4561731"/>
            <a:ext cx="2319375" cy="27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three tables carry instrument_id (UUID) + symbol; join bars+indicator_history on BOTH to align price with its moving average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5992378" y="4404568"/>
            <a:ext cx="2655131" cy="478185"/>
          </a:xfrm>
          <a:prstGeom prst="roundRect">
            <a:avLst>
              <a:gd name="adj" fmla="val 9960"/>
            </a:avLst>
          </a:prstGeom>
          <a:solidFill>
            <a:srgbClr val="1C2230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6063816" y="4454575"/>
            <a:ext cx="135731" cy="13573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6060244" y="445100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6260269" y="4451003"/>
            <a:ext cx="23193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6260269" y="4561731"/>
            <a:ext cx="2319375" cy="27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bars.source_id &amp; ticks.source_id = where data came from; indicator_history.source = what code calculated the metric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128" name="Text 126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049"/>
            <a:ext cx="804632" cy="224028"/>
          </a:xfrm>
          <a:prstGeom prst="roundRect">
            <a:avLst>
              <a:gd name="adj" fmla="val 4247449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9895" y="400050"/>
            <a:ext cx="9335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DATA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1513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Data Flow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11510"/>
            <a:ext cx="64293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Binance API to persisted technical indicators — six steps across both engines.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60772" y="1370484"/>
            <a:ext cx="1261095" cy="1764506"/>
          </a:xfrm>
          <a:prstGeom prst="roundRect">
            <a:avLst>
              <a:gd name="adj" fmla="val 604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7928" y="1491928"/>
            <a:ext cx="192881" cy="19288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4356" y="14883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4356" y="1774106"/>
            <a:ext cx="10539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Binance API → BinanceBarProvider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4356" y="2770659"/>
            <a:ext cx="111716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HttpClient fetch returns List&lt;RawBar&gt;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14736" y="1370484"/>
            <a:ext cx="1261207" cy="1764506"/>
          </a:xfrm>
          <a:prstGeom prst="roundRect">
            <a:avLst>
              <a:gd name="adj" fmla="val 604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21892" y="1491928"/>
            <a:ext cx="192881" cy="19288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18320" y="14883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18320" y="1774106"/>
            <a:ext cx="105403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IngestionService.run(config)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18320" y="2647429"/>
            <a:ext cx="111728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InstrumentCache resolves instrumentId; normalizes RawBar → Bar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68811" y="1370484"/>
            <a:ext cx="1261095" cy="1764506"/>
          </a:xfrm>
          <a:prstGeom prst="roundRect">
            <a:avLst>
              <a:gd name="adj" fmla="val 604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75967" y="1491928"/>
            <a:ext cx="192881" cy="19288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72396" y="14883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2396" y="1774106"/>
            <a:ext cx="10539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QuestDBBarRepository.saveBars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72396" y="2524199"/>
            <a:ext cx="111716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Bar rows written to QuestDB; PostgresRunTracker logs the run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22775" y="1370484"/>
            <a:ext cx="1261207" cy="1764506"/>
          </a:xfrm>
          <a:prstGeom prst="roundRect">
            <a:avLst>
              <a:gd name="adj" fmla="val 604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29931" y="1491928"/>
            <a:ext cx="192881" cy="19288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26359" y="14883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6359" y="1774106"/>
            <a:ext cx="105403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AnalysisService.runAnalysis(…)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6359" y="2647429"/>
            <a:ext cx="111728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Triggered for an instrumentId + symbol + timeframe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76851" y="1370484"/>
            <a:ext cx="1261095" cy="1764506"/>
          </a:xfrm>
          <a:prstGeom prst="roundRect">
            <a:avLst>
              <a:gd name="adj" fmla="val 6042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84007" y="1491928"/>
            <a:ext cx="192881" cy="19288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80435" y="14883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80435" y="1774106"/>
            <a:ext cx="111716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QuestDBBarReader.getRecentBars(…, 30)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80435" y="2770659"/>
            <a:ext cx="111716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Reads last 30 bars from the SAME QuestDB bars table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30814" y="1370484"/>
            <a:ext cx="1452302" cy="1764506"/>
          </a:xfrm>
          <a:prstGeom prst="roundRect">
            <a:avLst>
              <a:gd name="adj" fmla="val 5247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37971" y="1491928"/>
            <a:ext cx="192881" cy="192881"/>
          </a:xfrm>
          <a:prstGeom prst="ellipse">
            <a:avLst/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34399" y="14883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34399" y="1774106"/>
            <a:ext cx="1319841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SMA(20) + ZScore(20) → IndicatorReading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34399" y="2770659"/>
            <a:ext cx="1319841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IndicatorRepository.saveReadings writes back to QuestDB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327871"/>
            <a:ext cx="8229600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51212" y="3463603"/>
            <a:ext cx="4041465" cy="312539"/>
          </a:xfrm>
          <a:prstGeom prst="roundRect">
            <a:avLst>
              <a:gd name="adj" fmla="val 24381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47640" y="3460031"/>
            <a:ext cx="4048609" cy="392263"/>
          </a:xfrm>
          <a:prstGeom prst="rect">
            <a:avLst/>
          </a:prstGeom>
          <a:noFill/>
          <a:ln/>
        </p:spPr>
        <p:txBody>
          <a:bodyPr wrap="square" lIns="142875" tIns="85725" rIns="142875" bIns="85725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QuestDB instance</a:t>
            </a:r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Ingestion writes — analysis reads · </a:t>
            </a:r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share the Bar schema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29375" y="3869439"/>
            <a:ext cx="685800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80444" y="3879726"/>
            <a:ext cx="783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Ingestion 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72325" y="3869439"/>
            <a:ext cx="642938" cy="192024"/>
          </a:xfrm>
          <a:prstGeom prst="roundRect">
            <a:avLst>
              <a:gd name="adj" fmla="val 29762"/>
            </a:avLst>
          </a:prstGeom>
          <a:solidFill>
            <a:srgbClr val="BC8CFF">
              <a:alpha val="12000"/>
            </a:srgbClr>
          </a:solidFill>
          <a:ln w="7144">
            <a:solidFill>
              <a:srgbClr val="BC8C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33134" y="3879726"/>
            <a:ext cx="7213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Analysis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72413" y="3869439"/>
            <a:ext cx="814388" cy="192024"/>
          </a:xfrm>
          <a:prstGeom prst="roundRect">
            <a:avLst>
              <a:gd name="adj" fmla="val 29762"/>
            </a:avLst>
          </a:prstGeom>
          <a:solidFill>
            <a:srgbClr val="3FB950">
              <a:alpha val="12000"/>
            </a:srgbClr>
          </a:solidFill>
          <a:ln w="7144">
            <a:solidFill>
              <a:srgbClr val="3FB9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872413" y="3879726"/>
            <a:ext cx="8143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Shared store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049"/>
            <a:ext cx="893817" cy="224028"/>
          </a:xfrm>
          <a:prstGeom prst="roundRect">
            <a:avLst>
              <a:gd name="adj" fmla="val 4247449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480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CONVENTIONS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1513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Conventions &amp; Contributing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11510"/>
            <a:ext cx="64293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to extend the platform without breaking the hexagonal boundaries.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60772" y="1341909"/>
            <a:ext cx="4021931" cy="2852142"/>
          </a:xfrm>
          <a:prstGeom prst="roundRect">
            <a:avLst>
              <a:gd name="adj" fmla="val 334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502643"/>
            <a:ext cx="3781616" cy="354902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Hexagonal principles in practice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635794" y="1931268"/>
            <a:ext cx="91440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9166" y="1931268"/>
            <a:ext cx="828675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93429" y="1931268"/>
            <a:ext cx="782241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230" y="1931268"/>
            <a:ext cx="3576451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(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IngestionService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AnalysisService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has zero infrastructure imports — only port interfaces.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2326853"/>
            <a:ext cx="91440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71564" y="2326853"/>
            <a:ext cx="735806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230" y="2326853"/>
            <a:ext cx="3576451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adapter implements a port and lives in an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package; the core never references adapter types.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794" y="2722438"/>
            <a:ext cx="91440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8121" y="2722438"/>
            <a:ext cx="921544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230" y="2722438"/>
            <a:ext cx="3576451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Swapping Binance for Coinbase = new class implementing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MarketDataProvider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No core changes, no other adapter changes.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794" y="3118024"/>
            <a:ext cx="91440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96791" y="3118024"/>
            <a:ext cx="782241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230" y="3272954"/>
            <a:ext cx="828675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1230" y="3118024"/>
            <a:ext cx="3576451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Adding a new indicator = new private method on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AnalysisService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then a new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IndicatorReading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row. No port changes.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794" y="3772570"/>
            <a:ext cx="3671888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934" y="3851580"/>
            <a:ext cx="1245870" cy="192024"/>
          </a:xfrm>
          <a:prstGeom prst="roundRect">
            <a:avLst>
              <a:gd name="adj" fmla="val 29762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794" y="3861867"/>
            <a:ext cx="1200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→ core → adapters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1297" y="1341909"/>
            <a:ext cx="4021931" cy="2852142"/>
          </a:xfrm>
          <a:prstGeom prst="roundRect">
            <a:avLst>
              <a:gd name="adj" fmla="val 334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6319" y="1502643"/>
            <a:ext cx="3671888" cy="354902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to add things</a:t>
            </a:r>
            <a:endParaRPr lang="en-US" sz="1238" dirty="0"/>
          </a:p>
        </p:txBody>
      </p:sp>
      <p:sp>
        <p:nvSpPr>
          <p:cNvPr id="27" name="Shape 25"/>
          <p:cNvSpPr/>
          <p:nvPr/>
        </p:nvSpPr>
        <p:spPr>
          <a:xfrm>
            <a:off x="4836319" y="2318817"/>
            <a:ext cx="3671888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836319" y="1931268"/>
            <a:ext cx="36718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market source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47617" y="2093788"/>
            <a:ext cx="642938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57479" y="2093788"/>
            <a:ext cx="921544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6319" y="2093788"/>
            <a:ext cx="36718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*BarProvider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implements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MarketDataProvider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36319" y="2809949"/>
            <a:ext cx="3671888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36319" y="2422401"/>
            <a:ext cx="36718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indicator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4485" y="2584921"/>
            <a:ext cx="1339453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410078" y="2584921"/>
            <a:ext cx="967978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36319" y="2584921"/>
            <a:ext cx="36718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extend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AnalysisService.runAnalysis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pipeline, persist via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IndicatorRepository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4836319" y="3301082"/>
            <a:ext cx="3671888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836319" y="2913534"/>
            <a:ext cx="36718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persistence target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47617" y="3076054"/>
            <a:ext cx="596503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27502" y="3076054"/>
            <a:ext cx="457200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36319" y="3076054"/>
            <a:ext cx="36718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*Repository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*Tracker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implementation behind the existing port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4836319" y="3404667"/>
            <a:ext cx="36718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 evolution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80992" y="3567187"/>
            <a:ext cx="364331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73962" y="3567187"/>
            <a:ext cx="225028" cy="150019"/>
          </a:xfrm>
          <a:prstGeom prst="roundRect">
            <a:avLst>
              <a:gd name="adj" fmla="val 25397"/>
            </a:avLst>
          </a:prstGeom>
          <a:solidFill>
            <a:srgbClr val="58A6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36319" y="3567187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RawBar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(provider shape) separate from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8A6FF"/>
                </a:solidFill>
                <a:highlight>
                  <a:srgbClr val="58A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6ED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(canonical shape) on purpose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4836319" y="3820790"/>
            <a:ext cx="3671888" cy="0"/>
          </a:xfrm>
          <a:prstGeom prst="line">
            <a:avLst/>
          </a:prstGeom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6319" y="3910087"/>
            <a:ext cx="367188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RawBar and Bar are intentionally distinct — never collapse them.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0772" y="4127302"/>
            <a:ext cx="8222456" cy="446484"/>
          </a:xfrm>
          <a:prstGeom prst="roundRect">
            <a:avLst>
              <a:gd name="adj" fmla="val 21333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262908" y="4275534"/>
            <a:ext cx="1000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repository: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66592" y="4248745"/>
            <a:ext cx="1710928" cy="203597"/>
          </a:xfrm>
          <a:prstGeom prst="roundRect">
            <a:avLst>
              <a:gd name="adj" fmla="val 28070"/>
            </a:avLst>
          </a:prstGeom>
          <a:solidFill>
            <a:srgbClr val="58A6FF">
              <a:alpha val="14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163020" y="4245173"/>
            <a:ext cx="4352330" cy="210741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github.com/&lt;your-org&gt;/&lt;your-repo&gt;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6202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Drop the slide HTMLs into /docs and link them from the README.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85060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50800" dir="16200000">
              <a:srgbClr val="58A6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5788" y="4814888"/>
            <a:ext cx="17256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market-data-platform · architecture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8567254" y="4814888"/>
            <a:ext cx="496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2026-10-19T13:27:25Z</dcterms:created>
  <dcterms:modified xsi:type="dcterms:W3CDTF">2026-10-19T13:27:25Z</dcterms:modified>
</cp:coreProperties>
</file>